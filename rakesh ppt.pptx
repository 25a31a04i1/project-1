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983232" y="5037663"/>
            <a:ext cx="897467" cy="279400"/>
          </a:xfrm>
        </p:spPr>
        <p:txBody>
          <a:bodyPr/>
          <a:lstStyle/>
          <a:p>
            <a:fld id="{415FF391-8FC3-43C4-961A-0E1C33E7BE1C}" type="datetimeFigureOut">
              <a:rPr lang="en-IN" smtClean="0"/>
              <a:t>23-12-2025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49D16148-1B34-44A4-A192-12397E00497E}"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3366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5FF391-8FC3-43C4-961A-0E1C33E7BE1C}"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9D16148-1B34-44A4-A192-12397E00497E}" type="slidenum">
              <a:rPr lang="en-IN" smtClean="0"/>
              <a:t>‹#›</a:t>
            </a:fld>
            <a:endParaRPr lang="en-IN"/>
          </a:p>
        </p:txBody>
      </p:sp>
    </p:spTree>
    <p:extLst>
      <p:ext uri="{BB962C8B-B14F-4D97-AF65-F5344CB8AC3E}">
        <p14:creationId xmlns:p14="http://schemas.microsoft.com/office/powerpoint/2010/main" val="597214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5FF391-8FC3-43C4-961A-0E1C33E7BE1C}"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9D16148-1B34-44A4-A192-12397E00497E}"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0569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15FF391-8FC3-43C4-961A-0E1C33E7BE1C}" type="datetimeFigureOut">
              <a:rPr lang="en-IN" smtClean="0"/>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9D16148-1B34-44A4-A192-12397E00497E}" type="slidenum">
              <a:rPr lang="en-IN" smtClean="0"/>
              <a:t>‹#›</a:t>
            </a:fld>
            <a:endParaRPr lang="en-IN"/>
          </a:p>
        </p:txBody>
      </p:sp>
    </p:spTree>
    <p:extLst>
      <p:ext uri="{BB962C8B-B14F-4D97-AF65-F5344CB8AC3E}">
        <p14:creationId xmlns:p14="http://schemas.microsoft.com/office/powerpoint/2010/main" val="1675090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15FF391-8FC3-43C4-961A-0E1C33E7BE1C}" type="datetimeFigureOut">
              <a:rPr lang="en-IN" smtClean="0"/>
              <a:t>23-12-2025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9D16148-1B34-44A4-A192-12397E00497E}"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0339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5FF391-8FC3-43C4-961A-0E1C33E7BE1C}" type="datetimeFigureOut">
              <a:rPr lang="en-IN" smtClean="0"/>
              <a:t>23-12-2025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9D16148-1B34-44A4-A192-12397E00497E}"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4665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5FF391-8FC3-43C4-961A-0E1C33E7BE1C}" type="datetimeFigureOut">
              <a:rPr lang="en-IN" smtClean="0"/>
              <a:t>23-12-2025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9D16148-1B34-44A4-A192-12397E00497E}" type="slidenum">
              <a:rPr lang="en-IN" smtClean="0"/>
              <a:t>‹#›</a:t>
            </a:fld>
            <a:endParaRPr lang="en-IN"/>
          </a:p>
        </p:txBody>
      </p:sp>
    </p:spTree>
    <p:extLst>
      <p:ext uri="{BB962C8B-B14F-4D97-AF65-F5344CB8AC3E}">
        <p14:creationId xmlns:p14="http://schemas.microsoft.com/office/powerpoint/2010/main" val="3720868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5FF391-8FC3-43C4-961A-0E1C33E7BE1C}" type="datetimeFigureOut">
              <a:rPr lang="en-IN" smtClean="0"/>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9D16148-1B34-44A4-A192-12397E00497E}"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954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5FF391-8FC3-43C4-961A-0E1C33E7BE1C}" type="datetimeFigureOut">
              <a:rPr lang="en-IN" smtClean="0"/>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9D16148-1B34-44A4-A192-12397E00497E}" type="slidenum">
              <a:rPr lang="en-IN" smtClean="0"/>
              <a:t>‹#›</a:t>
            </a:fld>
            <a:endParaRPr lang="en-IN"/>
          </a:p>
        </p:txBody>
      </p:sp>
    </p:spTree>
    <p:extLst>
      <p:ext uri="{BB962C8B-B14F-4D97-AF65-F5344CB8AC3E}">
        <p14:creationId xmlns:p14="http://schemas.microsoft.com/office/powerpoint/2010/main" val="3528024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5FF391-8FC3-43C4-961A-0E1C33E7BE1C}" type="datetimeFigureOut">
              <a:rPr lang="en-IN" smtClean="0"/>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9D16148-1B34-44A4-A192-12397E00497E}" type="slidenum">
              <a:rPr lang="en-IN" smtClean="0"/>
              <a:t>‹#›</a:t>
            </a:fld>
            <a:endParaRPr lang="en-IN"/>
          </a:p>
        </p:txBody>
      </p:sp>
    </p:spTree>
    <p:extLst>
      <p:ext uri="{BB962C8B-B14F-4D97-AF65-F5344CB8AC3E}">
        <p14:creationId xmlns:p14="http://schemas.microsoft.com/office/powerpoint/2010/main" val="3735594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5FF391-8FC3-43C4-961A-0E1C33E7BE1C}"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9D16148-1B34-44A4-A192-12397E00497E}"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5141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5FF391-8FC3-43C4-961A-0E1C33E7BE1C}"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9D16148-1B34-44A4-A192-12397E00497E}"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6560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5FF391-8FC3-43C4-961A-0E1C33E7BE1C}"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9D16148-1B34-44A4-A192-12397E00497E}" type="slidenum">
              <a:rPr lang="en-IN" smtClean="0"/>
              <a:t>‹#›</a:t>
            </a:fld>
            <a:endParaRPr lang="en-IN"/>
          </a:p>
        </p:txBody>
      </p:sp>
    </p:spTree>
    <p:extLst>
      <p:ext uri="{BB962C8B-B14F-4D97-AF65-F5344CB8AC3E}">
        <p14:creationId xmlns:p14="http://schemas.microsoft.com/office/powerpoint/2010/main" val="33103848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5FF391-8FC3-43C4-961A-0E1C33E7BE1C}"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9D16148-1B34-44A4-A192-12397E00497E}"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50799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5FF391-8FC3-43C4-961A-0E1C33E7BE1C}"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9D16148-1B34-44A4-A192-12397E00497E}"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24085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5FF391-8FC3-43C4-961A-0E1C33E7BE1C}"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9D16148-1B34-44A4-A192-12397E00497E}"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86420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5FF391-8FC3-43C4-961A-0E1C33E7BE1C}"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9D16148-1B34-44A4-A192-12397E00497E}"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2367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image" Target="../media/image4.png"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3.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15FF391-8FC3-43C4-961A-0E1C33E7BE1C}" type="datetimeFigureOut">
              <a:rPr lang="en-IN" smtClean="0"/>
              <a:t>23-12-2025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9D16148-1B34-44A4-A192-12397E00497E}" type="slidenum">
              <a:rPr lang="en-IN" smtClean="0"/>
              <a:t>‹#›</a:t>
            </a:fld>
            <a:endParaRPr lang="en-IN"/>
          </a:p>
        </p:txBody>
      </p:sp>
    </p:spTree>
    <p:extLst>
      <p:ext uri="{BB962C8B-B14F-4D97-AF65-F5344CB8AC3E}">
        <p14:creationId xmlns:p14="http://schemas.microsoft.com/office/powerpoint/2010/main" val="413301124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8.xml" /></Relationships>
</file>

<file path=ppt/slides/_rels/slide4.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8.xml" /></Relationships>
</file>

<file path=ppt/slides/_rels/slide5.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8.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607DC-9614-A0C0-74F0-B5EAFD7FB3FE}"/>
              </a:ext>
            </a:extLst>
          </p:cNvPr>
          <p:cNvSpPr>
            <a:spLocks noGrp="1"/>
          </p:cNvSpPr>
          <p:nvPr>
            <p:ph type="ctrTitle"/>
          </p:nvPr>
        </p:nvSpPr>
        <p:spPr/>
        <p:txBody>
          <a:bodyPr/>
          <a:lstStyle/>
          <a:p>
            <a:r>
              <a:rPr lang="en-IN" sz="3600">
                <a:latin typeface="Algerian" panose="04020705040A02060702" pitchFamily="82" charset="0"/>
              </a:rPr>
              <a:t>PRAGATI BUS MANAGEMENT</a:t>
            </a:r>
          </a:p>
        </p:txBody>
      </p:sp>
      <p:sp>
        <p:nvSpPr>
          <p:cNvPr id="3" name="Subtitle 2">
            <a:extLst>
              <a:ext uri="{FF2B5EF4-FFF2-40B4-BE49-F238E27FC236}">
                <a16:creationId xmlns:a16="http://schemas.microsoft.com/office/drawing/2014/main" id="{6416E765-05BD-966E-C4CD-30759A78A0E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16173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2B60B-077A-46A1-869B-C03CD7FEA9CD}"/>
              </a:ext>
            </a:extLst>
          </p:cNvPr>
          <p:cNvSpPr>
            <a:spLocks noGrp="1"/>
          </p:cNvSpPr>
          <p:nvPr>
            <p:ph type="title"/>
          </p:nvPr>
        </p:nvSpPr>
        <p:spPr/>
        <p:txBody>
          <a:bodyPr/>
          <a:lstStyle/>
          <a:p>
            <a:r>
              <a:rPr lang="en-IN"/>
              <a:t>INTRODUCTION</a:t>
            </a:r>
          </a:p>
        </p:txBody>
      </p:sp>
      <p:sp>
        <p:nvSpPr>
          <p:cNvPr id="3" name="Content Placeholder 2">
            <a:extLst>
              <a:ext uri="{FF2B5EF4-FFF2-40B4-BE49-F238E27FC236}">
                <a16:creationId xmlns:a16="http://schemas.microsoft.com/office/drawing/2014/main" id="{BBFE4BEC-8B05-561F-9F37-B71D79F322B9}"/>
              </a:ext>
            </a:extLst>
          </p:cNvPr>
          <p:cNvSpPr>
            <a:spLocks noGrp="1"/>
          </p:cNvSpPr>
          <p:nvPr>
            <p:ph idx="1"/>
          </p:nvPr>
        </p:nvSpPr>
        <p:spPr/>
        <p:txBody>
          <a:bodyPr/>
          <a:lstStyle/>
          <a:p>
            <a:r>
              <a:rPr lang="en-US" sz="3200"/>
              <a:t>Pragati Bus Management is a system designed to make bus transportation more organized, reliable, and passenger-friendly. By using modern tools like GPS tracking, digital ticketing, and efficient route planning, it ensures safe travel, reduces delays, and improves overall service quality.  </a:t>
            </a:r>
          </a:p>
          <a:p>
            <a:pPr marL="0" indent="0">
              <a:buNone/>
            </a:pPr>
            <a:endParaRPr lang="en-IN"/>
          </a:p>
        </p:txBody>
      </p:sp>
    </p:spTree>
    <p:extLst>
      <p:ext uri="{BB962C8B-B14F-4D97-AF65-F5344CB8AC3E}">
        <p14:creationId xmlns:p14="http://schemas.microsoft.com/office/powerpoint/2010/main" val="3972366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A9BC3-4F82-5E6B-7E32-0B291C567327}"/>
              </a:ext>
            </a:extLst>
          </p:cNvPr>
          <p:cNvSpPr>
            <a:spLocks noGrp="1"/>
          </p:cNvSpPr>
          <p:nvPr>
            <p:ph type="title"/>
          </p:nvPr>
        </p:nvSpPr>
        <p:spPr>
          <a:xfrm>
            <a:off x="659876" y="1247129"/>
            <a:ext cx="7777113" cy="1371600"/>
          </a:xfrm>
        </p:spPr>
        <p:txBody>
          <a:bodyPr>
            <a:normAutofit/>
          </a:bodyPr>
          <a:lstStyle/>
          <a:p>
            <a:r>
              <a:rPr lang="en-IN" sz="4000"/>
              <a:t>WHAT IS BUS MANAGEMENT</a:t>
            </a:r>
          </a:p>
        </p:txBody>
      </p:sp>
      <p:pic>
        <p:nvPicPr>
          <p:cNvPr id="6" name="Content Placeholder 5" descr="A diagram of a cloud server&#10;&#10;AI-generated content may be incorrect.">
            <a:extLst>
              <a:ext uri="{FF2B5EF4-FFF2-40B4-BE49-F238E27FC236}">
                <a16:creationId xmlns:a16="http://schemas.microsoft.com/office/drawing/2014/main" id="{D051EA43-1884-56CB-C7C1-F33C315C1C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08157" y="3032426"/>
            <a:ext cx="4713288" cy="2578445"/>
          </a:xfrm>
        </p:spPr>
      </p:pic>
      <p:sp>
        <p:nvSpPr>
          <p:cNvPr id="4" name="Text Placeholder 3">
            <a:extLst>
              <a:ext uri="{FF2B5EF4-FFF2-40B4-BE49-F238E27FC236}">
                <a16:creationId xmlns:a16="http://schemas.microsoft.com/office/drawing/2014/main" id="{AAD9300D-32D4-83E5-4D23-435C9B7685A7}"/>
              </a:ext>
            </a:extLst>
          </p:cNvPr>
          <p:cNvSpPr>
            <a:spLocks noGrp="1"/>
          </p:cNvSpPr>
          <p:nvPr>
            <p:ph type="body" sz="half" idx="2"/>
          </p:nvPr>
        </p:nvSpPr>
        <p:spPr>
          <a:xfrm>
            <a:off x="1293811" y="3031065"/>
            <a:ext cx="5012721" cy="2438404"/>
          </a:xfrm>
        </p:spPr>
        <p:txBody>
          <a:bodyPr>
            <a:normAutofit/>
          </a:bodyPr>
          <a:lstStyle/>
          <a:p>
            <a:r>
              <a:rPr lang="en-US" sz="2000"/>
              <a:t>Bus management refers to the organized system of planning, operating, and monitoring bus services to ensure safe, efficient, and reliable transportation for passengers. It covers everything from scheduling routes and maintaining buses to ticketing, staff management, and passenger satisfaction.</a:t>
            </a:r>
            <a:endParaRPr lang="en-IN" sz="2000"/>
          </a:p>
        </p:txBody>
      </p:sp>
    </p:spTree>
    <p:extLst>
      <p:ext uri="{BB962C8B-B14F-4D97-AF65-F5344CB8AC3E}">
        <p14:creationId xmlns:p14="http://schemas.microsoft.com/office/powerpoint/2010/main" val="526771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BBBF7-4D91-1932-6EFA-6B5B67E11A9D}"/>
              </a:ext>
            </a:extLst>
          </p:cNvPr>
          <p:cNvSpPr>
            <a:spLocks noGrp="1"/>
          </p:cNvSpPr>
          <p:nvPr>
            <p:ph type="title"/>
          </p:nvPr>
        </p:nvSpPr>
        <p:spPr>
          <a:xfrm>
            <a:off x="1293811" y="1388534"/>
            <a:ext cx="8104713" cy="1371600"/>
          </a:xfrm>
        </p:spPr>
        <p:txBody>
          <a:bodyPr/>
          <a:lstStyle/>
          <a:p>
            <a:r>
              <a:rPr lang="en-IN">
                <a:cs typeface="Arial" panose="020B0604020202020204" pitchFamily="34" charset="0"/>
              </a:rPr>
              <a:t>WHY PRAGATI BUS MANAGEMENT USEFUL</a:t>
            </a:r>
          </a:p>
        </p:txBody>
      </p:sp>
      <p:pic>
        <p:nvPicPr>
          <p:cNvPr id="6" name="Content Placeholder 5" descr="A group of buses parked on a street&#10;&#10;AI-generated content may be incorrect.">
            <a:extLst>
              <a:ext uri="{FF2B5EF4-FFF2-40B4-BE49-F238E27FC236}">
                <a16:creationId xmlns:a16="http://schemas.microsoft.com/office/drawing/2014/main" id="{C8AE4BBB-9953-5280-B399-8C9569DC63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44171" y="3178231"/>
            <a:ext cx="3718455" cy="2663388"/>
          </a:xfrm>
        </p:spPr>
      </p:pic>
      <p:sp>
        <p:nvSpPr>
          <p:cNvPr id="4" name="Text Placeholder 3">
            <a:extLst>
              <a:ext uri="{FF2B5EF4-FFF2-40B4-BE49-F238E27FC236}">
                <a16:creationId xmlns:a16="http://schemas.microsoft.com/office/drawing/2014/main" id="{EA2E87F9-EFFD-5BF7-275C-2B7D3B89398A}"/>
              </a:ext>
            </a:extLst>
          </p:cNvPr>
          <p:cNvSpPr>
            <a:spLocks noGrp="1"/>
          </p:cNvSpPr>
          <p:nvPr>
            <p:ph type="body" sz="half" idx="2"/>
          </p:nvPr>
        </p:nvSpPr>
        <p:spPr>
          <a:xfrm>
            <a:off x="1293811" y="3031064"/>
            <a:ext cx="4802189" cy="2596737"/>
          </a:xfrm>
        </p:spPr>
        <p:txBody>
          <a:bodyPr>
            <a:normAutofit/>
          </a:bodyPr>
          <a:lstStyle/>
          <a:p>
            <a:r>
              <a:rPr lang="en-US" sz="1800"/>
              <a:t>Pragati Bus Management is a modern system that makes bus services more reliable and efficient. It uses smart scheduling and GPS tracking to ensure punctuality and passenger safety. Digital ticketing provides convenience and transparency in travel. Efficient fleet management reduces fuel costs and maintenance issues. Overall, it creates an organized, eco‑friendly, and passenger‑friendly transport network.</a:t>
            </a:r>
            <a:endParaRPr lang="en-IN" sz="1800"/>
          </a:p>
        </p:txBody>
      </p:sp>
    </p:spTree>
    <p:extLst>
      <p:ext uri="{BB962C8B-B14F-4D97-AF65-F5344CB8AC3E}">
        <p14:creationId xmlns:p14="http://schemas.microsoft.com/office/powerpoint/2010/main" val="3162807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853B5-1E62-59FA-87CE-3E518FF937BE}"/>
              </a:ext>
            </a:extLst>
          </p:cNvPr>
          <p:cNvSpPr>
            <a:spLocks noGrp="1"/>
          </p:cNvSpPr>
          <p:nvPr>
            <p:ph type="title"/>
          </p:nvPr>
        </p:nvSpPr>
        <p:spPr>
          <a:xfrm>
            <a:off x="1293810" y="1388534"/>
            <a:ext cx="8547773" cy="1371600"/>
          </a:xfrm>
        </p:spPr>
        <p:txBody>
          <a:bodyPr/>
          <a:lstStyle/>
          <a:p>
            <a:r>
              <a:rPr lang="en-IN"/>
              <a:t>OBJECTIVE OF PRAGATI BUS MANAGEMENT</a:t>
            </a:r>
          </a:p>
        </p:txBody>
      </p:sp>
      <p:pic>
        <p:nvPicPr>
          <p:cNvPr id="6" name="Content Placeholder 5" descr="A group of yellow buses parked on a road&#10;&#10;AI-generated content may be incorrect.">
            <a:extLst>
              <a:ext uri="{FF2B5EF4-FFF2-40B4-BE49-F238E27FC236}">
                <a16:creationId xmlns:a16="http://schemas.microsoft.com/office/drawing/2014/main" id="{126D9F9C-053A-CDB7-7C8B-846F8FC63A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20554" y="3031065"/>
            <a:ext cx="3086574" cy="2737783"/>
          </a:xfrm>
        </p:spPr>
      </p:pic>
      <p:sp>
        <p:nvSpPr>
          <p:cNvPr id="4" name="Text Placeholder 3">
            <a:extLst>
              <a:ext uri="{FF2B5EF4-FFF2-40B4-BE49-F238E27FC236}">
                <a16:creationId xmlns:a16="http://schemas.microsoft.com/office/drawing/2014/main" id="{FBEEBEFF-D602-DEA6-2B44-3A08EA13EF62}"/>
              </a:ext>
            </a:extLst>
          </p:cNvPr>
          <p:cNvSpPr>
            <a:spLocks noGrp="1"/>
          </p:cNvSpPr>
          <p:nvPr>
            <p:ph type="body" sz="half" idx="2"/>
          </p:nvPr>
        </p:nvSpPr>
        <p:spPr>
          <a:xfrm>
            <a:off x="1293811" y="3031065"/>
            <a:ext cx="5587756" cy="2438404"/>
          </a:xfrm>
        </p:spPr>
        <p:txBody>
          <a:bodyPr>
            <a:noAutofit/>
          </a:bodyPr>
          <a:lstStyle/>
          <a:p>
            <a:r>
              <a:rPr lang="en-US" sz="1800"/>
              <a:t>The objective of Pragati Bus Management is to make bus transport safe, reliable, and efficient. It focuses on improving punctuality through smart scheduling, ensuring passenger safety with GPS tracking, and offering convenience with digital ticketing. By optimizing resources and promoting eco‑friendly practices, it reduces costs and congestion. Overall, its aim is to provide organized, accessible, and passenger‑friendly services for both urban and rural communities.</a:t>
            </a:r>
            <a:endParaRPr lang="en-IN" sz="1800"/>
          </a:p>
        </p:txBody>
      </p:sp>
    </p:spTree>
    <p:extLst>
      <p:ext uri="{BB962C8B-B14F-4D97-AF65-F5344CB8AC3E}">
        <p14:creationId xmlns:p14="http://schemas.microsoft.com/office/powerpoint/2010/main" val="504105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0E802-17F7-499F-D292-7B3D92EB8579}"/>
              </a:ext>
            </a:extLst>
          </p:cNvPr>
          <p:cNvSpPr>
            <a:spLocks noGrp="1"/>
          </p:cNvSpPr>
          <p:nvPr>
            <p:ph type="title"/>
          </p:nvPr>
        </p:nvSpPr>
        <p:spPr/>
        <p:txBody>
          <a:bodyPr>
            <a:normAutofit fontScale="90000"/>
          </a:bodyPr>
          <a:lstStyle/>
          <a:p>
            <a:r>
              <a:rPr lang="en-IN" dirty="0"/>
              <a:t>HOW</a:t>
            </a:r>
            <a:r>
              <a:rPr lang="en-IN"/>
              <a:t> ARRAYS ARE IN THIS IN PROJECT</a:t>
            </a:r>
          </a:p>
        </p:txBody>
      </p:sp>
      <p:sp>
        <p:nvSpPr>
          <p:cNvPr id="3" name="Content Placeholder 2">
            <a:extLst>
              <a:ext uri="{FF2B5EF4-FFF2-40B4-BE49-F238E27FC236}">
                <a16:creationId xmlns:a16="http://schemas.microsoft.com/office/drawing/2014/main" id="{5880BCFC-D2A0-8B6A-9F65-E28C534EFCEB}"/>
              </a:ext>
            </a:extLst>
          </p:cNvPr>
          <p:cNvSpPr>
            <a:spLocks noGrp="1"/>
          </p:cNvSpPr>
          <p:nvPr>
            <p:ph idx="1"/>
          </p:nvPr>
        </p:nvSpPr>
        <p:spPr/>
        <p:txBody>
          <a:bodyPr>
            <a:normAutofit fontScale="92500" lnSpcReduction="20000"/>
          </a:bodyPr>
          <a:lstStyle/>
          <a:p>
            <a:r>
              <a:rPr lang="en-US"/>
              <a:t>In this program, arrays are used to store and manage multiple records of the same type efficiently. The arrays buses[MAX_BUSES], drivers[MAX_DRIVERS], and trips[100] are arrays of structures, where each element represents one complete bus, driver, or trip record. Instead of handling only one bus or driver, these arrays allow the system to manage an entire fleet and multiple drivers at the same time. The integer variables </a:t>
            </a:r>
            <a:r>
              <a:rPr lang="en-US" err="1"/>
              <a:t>bus_count</a:t>
            </a:r>
            <a:r>
              <a:rPr lang="en-US"/>
              <a:t>, </a:t>
            </a:r>
            <a:r>
              <a:rPr lang="en-US" err="1"/>
              <a:t>driver_count</a:t>
            </a:r>
            <a:r>
              <a:rPr lang="en-US"/>
              <a:t>, and </a:t>
            </a:r>
            <a:r>
              <a:rPr lang="en-US" err="1"/>
              <a:t>trip_count</a:t>
            </a:r>
            <a:r>
              <a:rPr lang="en-US"/>
              <a:t> keep track of how many elements in each array are currently in use. Functions like </a:t>
            </a:r>
            <a:r>
              <a:rPr lang="en-US" err="1"/>
              <a:t>add_bus</a:t>
            </a:r>
            <a:r>
              <a:rPr lang="en-US"/>
              <a:t>(), </a:t>
            </a:r>
            <a:r>
              <a:rPr lang="en-US" err="1"/>
              <a:t>add_driver</a:t>
            </a:r>
            <a:r>
              <a:rPr lang="en-US"/>
              <a:t>(), and </a:t>
            </a:r>
            <a:r>
              <a:rPr lang="en-US" err="1"/>
              <a:t>display_fleet_status</a:t>
            </a:r>
            <a:r>
              <a:rPr lang="en-US"/>
              <a:t>() access these arrays using index values to add, update, and display data. Thus, arrays connect the structures to the program logic by enabling storage, retrieval, and manipulation of multiple related data records in an organized manner.</a:t>
            </a:r>
            <a:endParaRPr lang="en-IN"/>
          </a:p>
        </p:txBody>
      </p:sp>
    </p:spTree>
    <p:extLst>
      <p:ext uri="{BB962C8B-B14F-4D97-AF65-F5344CB8AC3E}">
        <p14:creationId xmlns:p14="http://schemas.microsoft.com/office/powerpoint/2010/main" val="2156865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47447-5A49-22CC-56FA-B249DBB2AA5B}"/>
              </a:ext>
            </a:extLst>
          </p:cNvPr>
          <p:cNvSpPr>
            <a:spLocks noGrp="1"/>
          </p:cNvSpPr>
          <p:nvPr>
            <p:ph type="title"/>
          </p:nvPr>
        </p:nvSpPr>
        <p:spPr/>
        <p:txBody>
          <a:bodyPr>
            <a:normAutofit/>
          </a:bodyPr>
          <a:lstStyle/>
          <a:p>
            <a:r>
              <a:rPr lang="en-IN" sz="2800" dirty="0"/>
              <a:t>HOW</a:t>
            </a:r>
            <a:r>
              <a:rPr lang="en-IN" sz="2800"/>
              <a:t> STRUCTURES ARE USED IN THIS IN PROJECT</a:t>
            </a:r>
          </a:p>
        </p:txBody>
      </p:sp>
      <p:sp>
        <p:nvSpPr>
          <p:cNvPr id="3" name="Content Placeholder 2">
            <a:extLst>
              <a:ext uri="{FF2B5EF4-FFF2-40B4-BE49-F238E27FC236}">
                <a16:creationId xmlns:a16="http://schemas.microsoft.com/office/drawing/2014/main" id="{9F02E13D-FD4F-79FE-84CE-2083E813279C}"/>
              </a:ext>
            </a:extLst>
          </p:cNvPr>
          <p:cNvSpPr>
            <a:spLocks noGrp="1"/>
          </p:cNvSpPr>
          <p:nvPr>
            <p:ph idx="1"/>
          </p:nvPr>
        </p:nvSpPr>
        <p:spPr/>
        <p:txBody>
          <a:bodyPr>
            <a:normAutofit fontScale="92500" lnSpcReduction="10000"/>
          </a:bodyPr>
          <a:lstStyle/>
          <a:p>
            <a:r>
              <a:rPr lang="en-US"/>
              <a:t>In this program, structures are used to combine related data of different data types into single meaningful units, making the code organized and easy to manage. The structures Bus, Driver, and Trip group together all information related to a bus, a driver, and a trip respectively, such as IDs, names, capacity, status, route, and fuel level. Each structure represents one real-world entity, and arrays of these structures are used to store multiple records. Functions in the program access structure members using the dot (.) operator to read and modify data, for example assigning a driver to a bus or displaying fleet details. Thus, structures form the core data model of the program by linking basic data types with real-world bus management concepts in a clear and structured way.</a:t>
            </a:r>
            <a:endParaRPr lang="en-IN"/>
          </a:p>
        </p:txBody>
      </p:sp>
    </p:spTree>
    <p:extLst>
      <p:ext uri="{BB962C8B-B14F-4D97-AF65-F5344CB8AC3E}">
        <p14:creationId xmlns:p14="http://schemas.microsoft.com/office/powerpoint/2010/main" val="1002456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320D4-C20B-FC5F-1604-AECF92CF8D74}"/>
              </a:ext>
            </a:extLst>
          </p:cNvPr>
          <p:cNvSpPr>
            <a:spLocks noGrp="1"/>
          </p:cNvSpPr>
          <p:nvPr>
            <p:ph type="title"/>
          </p:nvPr>
        </p:nvSpPr>
        <p:spPr/>
        <p:txBody>
          <a:bodyPr>
            <a:normAutofit/>
          </a:bodyPr>
          <a:lstStyle/>
          <a:p>
            <a:r>
              <a:rPr lang="en-IN" sz="3600" dirty="0"/>
              <a:t>HOW</a:t>
            </a:r>
            <a:r>
              <a:rPr lang="en-IN" sz="3600"/>
              <a:t> LOOPS ARE USED IN THIS IN PROJECT</a:t>
            </a:r>
          </a:p>
        </p:txBody>
      </p:sp>
      <p:sp>
        <p:nvSpPr>
          <p:cNvPr id="3" name="Content Placeholder 2">
            <a:extLst>
              <a:ext uri="{FF2B5EF4-FFF2-40B4-BE49-F238E27FC236}">
                <a16:creationId xmlns:a16="http://schemas.microsoft.com/office/drawing/2014/main" id="{52C91932-6882-3884-ADA3-CC8A6F74CD96}"/>
              </a:ext>
            </a:extLst>
          </p:cNvPr>
          <p:cNvSpPr>
            <a:spLocks noGrp="1"/>
          </p:cNvSpPr>
          <p:nvPr>
            <p:ph idx="1"/>
          </p:nvPr>
        </p:nvSpPr>
        <p:spPr/>
        <p:txBody>
          <a:bodyPr>
            <a:normAutofit fontScale="92500"/>
          </a:bodyPr>
          <a:lstStyle/>
          <a:p>
            <a:r>
              <a:rPr lang="en-US"/>
              <a:t>In this program, loops are used to repeatedly process and manage multiple records stored in arrays of structures. for loops are mainly used to traverse through the buses and drivers arrays to search for specific bus IDs or driver IDs and to display the complete fleet status. For example, in </a:t>
            </a:r>
            <a:r>
              <a:rPr lang="en-US" err="1"/>
              <a:t>display_fleet_status</a:t>
            </a:r>
            <a:r>
              <a:rPr lang="en-US"/>
              <a:t>(), a for loop prints details of every bus in the system, while in </a:t>
            </a:r>
            <a:r>
              <a:rPr lang="en-US" err="1"/>
              <a:t>assign_driver</a:t>
            </a:r>
            <a:r>
              <a:rPr lang="en-US"/>
              <a:t>(), loops are used to find matching records before assigning a driver. The while(1) loop in the main menu keeps the program running continuously until the user chooses to exit. Thus, loops connect the program logic with stored data by enabling repeated operations like searching, displaying, and updating multiple records efficiently.</a:t>
            </a:r>
            <a:endParaRPr lang="en-IN"/>
          </a:p>
        </p:txBody>
      </p:sp>
    </p:spTree>
    <p:extLst>
      <p:ext uri="{BB962C8B-B14F-4D97-AF65-F5344CB8AC3E}">
        <p14:creationId xmlns:p14="http://schemas.microsoft.com/office/powerpoint/2010/main" val="690479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E337A-1644-1B69-3E4A-1FE1CE9A425A}"/>
              </a:ext>
            </a:extLst>
          </p:cNvPr>
          <p:cNvSpPr>
            <a:spLocks noGrp="1"/>
          </p:cNvSpPr>
          <p:nvPr>
            <p:ph type="title"/>
          </p:nvPr>
        </p:nvSpPr>
        <p:spPr/>
        <p:txBody>
          <a:bodyPr>
            <a:normAutofit fontScale="90000"/>
          </a:bodyPr>
          <a:lstStyle/>
          <a:p>
            <a:r>
              <a:rPr lang="en-IN"/>
              <a:t>HOW FUNCTIONS ARE USED IN THIS IN PROJECT</a:t>
            </a:r>
          </a:p>
        </p:txBody>
      </p:sp>
      <p:sp>
        <p:nvSpPr>
          <p:cNvPr id="3" name="Content Placeholder 2">
            <a:extLst>
              <a:ext uri="{FF2B5EF4-FFF2-40B4-BE49-F238E27FC236}">
                <a16:creationId xmlns:a16="http://schemas.microsoft.com/office/drawing/2014/main" id="{DDE2ECF4-3A02-3F48-B673-A1B1DA2C746F}"/>
              </a:ext>
            </a:extLst>
          </p:cNvPr>
          <p:cNvSpPr>
            <a:spLocks noGrp="1"/>
          </p:cNvSpPr>
          <p:nvPr>
            <p:ph idx="1"/>
          </p:nvPr>
        </p:nvSpPr>
        <p:spPr/>
        <p:txBody>
          <a:bodyPr>
            <a:normAutofit fontScale="92500" lnSpcReduction="20000"/>
          </a:bodyPr>
          <a:lstStyle/>
          <a:p>
            <a:r>
              <a:rPr lang="en-US"/>
              <a:t>In this program, functions are used to divide the bus management system into smaller, well-defined tasks, making the code modular and easy to understand. Each function performs a specific operation such as initializing sample data, adding a bus, adding a driver, assigning a driver, displaying fleet status, or showing the main menu. These functions work on shared global data like the arrays of structures (buses, drivers, trips) and their counters, allowing data to be accessed and updated consistently throughout the program. The </a:t>
            </a:r>
            <a:r>
              <a:rPr lang="en-US" err="1"/>
              <a:t>main_menu</a:t>
            </a:r>
            <a:r>
              <a:rPr lang="en-US"/>
              <a:t>() function controls the overall flow by calling other functions based on the user’s choice, while main() simply starts the program. Thus, functions organize the program logic, improve readability, and make maintenance easier by separating different responsibilities into independent units.</a:t>
            </a:r>
            <a:endParaRPr lang="en-IN"/>
          </a:p>
        </p:txBody>
      </p:sp>
    </p:spTree>
    <p:extLst>
      <p:ext uri="{BB962C8B-B14F-4D97-AF65-F5344CB8AC3E}">
        <p14:creationId xmlns:p14="http://schemas.microsoft.com/office/powerpoint/2010/main" val="1582629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9DBB2-504E-4F10-42F8-834D55C8FF93}"/>
              </a:ext>
            </a:extLst>
          </p:cNvPr>
          <p:cNvSpPr>
            <a:spLocks noGrp="1"/>
          </p:cNvSpPr>
          <p:nvPr>
            <p:ph type="title"/>
          </p:nvPr>
        </p:nvSpPr>
        <p:spPr/>
        <p:txBody>
          <a:bodyPr/>
          <a:lstStyle/>
          <a:p>
            <a:r>
              <a:rPr lang="en-IN"/>
              <a:t>CONCLUSION</a:t>
            </a:r>
          </a:p>
        </p:txBody>
      </p:sp>
      <p:sp>
        <p:nvSpPr>
          <p:cNvPr id="3" name="Content Placeholder 2">
            <a:extLst>
              <a:ext uri="{FF2B5EF4-FFF2-40B4-BE49-F238E27FC236}">
                <a16:creationId xmlns:a16="http://schemas.microsoft.com/office/drawing/2014/main" id="{EDE53E0E-CBC7-566F-7BE5-B8D6F7503457}"/>
              </a:ext>
            </a:extLst>
          </p:cNvPr>
          <p:cNvSpPr>
            <a:spLocks noGrp="1"/>
          </p:cNvSpPr>
          <p:nvPr>
            <p:ph idx="1"/>
          </p:nvPr>
        </p:nvSpPr>
        <p:spPr/>
        <p:txBody>
          <a:bodyPr>
            <a:normAutofit fontScale="92500"/>
          </a:bodyPr>
          <a:lstStyle/>
          <a:p>
            <a:r>
              <a:rPr lang="en-US"/>
              <a:t>The Pragati Bus Management System provides an efficient and organized way to manage bus fleet operations by integrating bus, driver, and trip information into a single system. By using structured programming concepts such as structures, arrays, functions, and loops, the system ensures systematic storage, easy retrieval, and effective management of data. It reduces manual effort, minimizes errors, and improves overall operational efficiency. This project demonstrates how basic programming concepts in C can be applied to solve real-world transportation management problems and serves as a strong foundation for developing more advanced, automated transport management systems in the future.</a:t>
            </a:r>
            <a:endParaRPr lang="en-IN"/>
          </a:p>
        </p:txBody>
      </p:sp>
    </p:spTree>
    <p:extLst>
      <p:ext uri="{BB962C8B-B14F-4D97-AF65-F5344CB8AC3E}">
        <p14:creationId xmlns:p14="http://schemas.microsoft.com/office/powerpoint/2010/main" val="3934999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480F6-8EE5-44A5-2D43-1BEBF87D7C6C}"/>
              </a:ext>
            </a:extLst>
          </p:cNvPr>
          <p:cNvSpPr>
            <a:spLocks noGrp="1"/>
          </p:cNvSpPr>
          <p:nvPr>
            <p:ph type="title"/>
          </p:nvPr>
        </p:nvSpPr>
        <p:spPr/>
        <p:txBody>
          <a:bodyPr/>
          <a:lstStyle/>
          <a:p>
            <a:r>
              <a:rPr lang="en-IN"/>
              <a:t>THANK YOU</a:t>
            </a:r>
          </a:p>
        </p:txBody>
      </p:sp>
      <p:sp>
        <p:nvSpPr>
          <p:cNvPr id="3" name="Content Placeholder 2">
            <a:extLst>
              <a:ext uri="{FF2B5EF4-FFF2-40B4-BE49-F238E27FC236}">
                <a16:creationId xmlns:a16="http://schemas.microsoft.com/office/drawing/2014/main" id="{03133A21-E82C-4F3E-DAA9-493C3C1496EE}"/>
              </a:ext>
            </a:extLst>
          </p:cNvPr>
          <p:cNvSpPr>
            <a:spLocks noGrp="1"/>
          </p:cNvSpPr>
          <p:nvPr>
            <p:ph idx="1"/>
          </p:nvPr>
        </p:nvSpPr>
        <p:spPr/>
        <p:txBody>
          <a:bodyPr/>
          <a:lstStyle/>
          <a:p>
            <a:pPr marL="0" indent="0">
              <a:buNone/>
            </a:pPr>
            <a:r>
              <a:rPr lang="en-IN"/>
              <a:t>TEAMATES:</a:t>
            </a:r>
          </a:p>
          <a:p>
            <a:pPr marL="0" indent="0">
              <a:buNone/>
            </a:pPr>
            <a:r>
              <a:rPr lang="en-IN"/>
              <a:t>PEMMANABOYINA BHUVANA CHANDRIKA - 25A31A04E9  </a:t>
            </a:r>
          </a:p>
          <a:p>
            <a:pPr marL="0" indent="0">
              <a:buNone/>
            </a:pPr>
            <a:r>
              <a:rPr lang="en-IN"/>
              <a:t>PEMMANABOYINA KRISHNA MEGHANA - 25A31A04F0  </a:t>
            </a:r>
          </a:p>
          <a:p>
            <a:pPr marL="0" indent="0">
              <a:buNone/>
            </a:pPr>
            <a:r>
              <a:rPr lang="en-IN"/>
              <a:t>KOLA LAKSHMI MANOHAR - 25A31A04I0  </a:t>
            </a:r>
          </a:p>
          <a:p>
            <a:pPr marL="0" indent="0">
              <a:buNone/>
            </a:pPr>
            <a:r>
              <a:rPr lang="en-IN"/>
              <a:t>KORADA RAKESH - 25A31A04I1</a:t>
            </a:r>
          </a:p>
        </p:txBody>
      </p:sp>
    </p:spTree>
    <p:extLst>
      <p:ext uri="{BB962C8B-B14F-4D97-AF65-F5344CB8AC3E}">
        <p14:creationId xmlns:p14="http://schemas.microsoft.com/office/powerpoint/2010/main" val="362039255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image" Target="../media/image1.jpeg" /></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Organic</vt:lpstr>
      <vt:lpstr>PRAGATI BUS MANAGEMENT</vt:lpstr>
      <vt:lpstr>INTRODUCTION</vt:lpstr>
      <vt:lpstr>WHAT IS BUS MANAGEMENT</vt:lpstr>
      <vt:lpstr>WHY PRAGATI BUS MANAGEMENT USEFUL</vt:lpstr>
      <vt:lpstr>OBJECTIVE OF PRAGATI BUS MANAGEMENT</vt:lpstr>
      <vt:lpstr>HOW ARRAYS ARE IN THIS IN PROJECT</vt:lpstr>
      <vt:lpstr>HOW STRUCTURES ARE USED IN THIS IN PROJECT</vt:lpstr>
      <vt:lpstr>HOW LOOPS ARE USED IN THIS IN PROJECT</vt:lpstr>
      <vt:lpstr>HOW FUNCTIONS ARE USED IN THIS IN PROJECT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PRAGATI BUS MANAGEMENT</dc:title>
  <dc:creator>Naga Sailaja Kola</dc:creator>
  <cp:lastModifiedBy>Naga Sailaja Kola</cp:lastModifiedBy>
  <cp:revision>2</cp:revision>
  <dcterms:created xsi:type="dcterms:W3CDTF">2025-12-22T12:38:26Z</dcterms:created>
  <dcterms:modified xsi:type="dcterms:W3CDTF">2025-12-22T19:04:31Z</dcterms:modified>
</cp:coreProperties>
</file>